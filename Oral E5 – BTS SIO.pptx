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HK Grotesk Bold" charset="1" panose="00000800000000000000"/>
      <p:regular r:id="rId18"/>
    </p:embeddedFont>
    <p:embeddedFont>
      <p:font typeface="HK Grotesk Medium" charset="1" panose="00000600000000000000"/>
      <p:regular r:id="rId19"/>
    </p:embeddedFont>
    <p:embeddedFont>
      <p:font typeface="HK Grotesk" charset="1" panose="000005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lyceeturgot75003-my.sharepoint.com/:x:/r/personal/whajjout_turgot-paris_fr/_layouts/15/Doc.aspx?sourcedoc=%7B5FF14D81-7647-491B-8A9C-F024D1732D47%7D&amp;file=veille_ia_automobile_articles_maj.xlsx&amp;action=default&amp;mobileredirect=true&amp;wdOrigin=APPHOME-WEB.DIRECT%2CAPPHOME-WEB.BANNER.UPLOAD&amp;wdPreviousSession=6e64fb9e-2264-490a-ae7d-52688e9bbbc6&amp;wdPreviousSessionSrc=AppHomeWeb&amp;ct=1773086638359" TargetMode="External" Type="http://schemas.openxmlformats.org/officeDocument/2006/relationships/hyperlink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3394075"/>
            <a:ext cx="18288000" cy="174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b="true" sz="5000" spc="4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PRÉSENTATION DE MON PARCOURS ET DE MON PROJET PROFESSIONNEL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28139" y="857250"/>
            <a:ext cx="9098915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Oral E5 – BTS SIO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446716" y="6272832"/>
            <a:ext cx="312737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Walid HAJJOUT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006227" y="366145"/>
            <a:ext cx="6275546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Qui suis-je 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28345" y="3433564"/>
            <a:ext cx="17559655" cy="3580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99" spc="271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ÉTUDIANT EN BTS SIO (SERVICES INFORMATIQUES AUX ORGANISATIONS)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</a:p>
          <a:p>
            <a:pPr algn="l" marL="734059" indent="-367030" lvl="1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99" spc="271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ISSU D’UN BAC STMG – OPTION MERCATIQUE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</a:p>
          <a:p>
            <a:pPr algn="l" marL="734059" indent="-367030" lvl="1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99" spc="271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PASSIONNÉ PAR L’AUTOMOBILE ET LA TECHNOLOGIE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98612" y="569669"/>
            <a:ext cx="11290776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</a:t>
            </a: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 parcours scolaire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25448" y="3454731"/>
            <a:ext cx="7130574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 spc="319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BAC </a:t>
            </a:r>
            <a:r>
              <a:rPr lang="en-US" b="true" sz="3999" spc="319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STMG – MERCATIQUE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25448" y="4792932"/>
            <a:ext cx="8888889" cy="4780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Marketing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Étude du comp</a:t>
            </a: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ortement du consommateur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Analyse de marché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Gestion de projet</a:t>
            </a:r>
          </a:p>
          <a:p>
            <a:pPr algn="just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9895" y="35282"/>
            <a:ext cx="17021017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Un vrai changement d’orie</a:t>
            </a: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ntation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40266" y="2669745"/>
            <a:ext cx="10897394" cy="538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Arrivée en BTS SIO sans bases techniques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Découverte du développement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Apprentissage en autonomie (cours, projets, pratique)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 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  </a:t>
            </a: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Cela montre :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Ma capacité d’adaptation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Ma motivation</a:t>
            </a: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Ma détermination à réussir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338774" y="118780"/>
            <a:ext cx="3610451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Stages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61124" y="4289606"/>
            <a:ext cx="8226901" cy="538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Gestion des droits d’accès / habilitation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Supervision de l’infrastructure réseau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Rédaction de procédures 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Support utilisateur</a:t>
            </a:r>
          </a:p>
          <a:p>
            <a:pPr algn="just">
              <a:lnSpc>
                <a:spcPts val="4759"/>
              </a:lnSpc>
            </a:pPr>
          </a:p>
          <a:p>
            <a:pPr algn="just">
              <a:lnSpc>
                <a:spcPts val="4759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561124" y="2585325"/>
            <a:ext cx="7045801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Année 2024-2025 : Plaine Commune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Equipe Exploitation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065166" y="2628505"/>
            <a:ext cx="7045801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Année 2025-2026 : Plaine Commune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Equipe SSI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04170" y="4289606"/>
            <a:ext cx="8606797" cy="5981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Analyses de logs XML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Utilisation console Sekoia et SentinelOne pour analyser des events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Rédaction de procédures </a:t>
            </a:r>
          </a:p>
          <a:p>
            <a:pPr algn="just">
              <a:lnSpc>
                <a:spcPts val="4759"/>
              </a:lnSpc>
            </a:pPr>
          </a:p>
          <a:p>
            <a:pPr algn="just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Gestion d’incidents </a:t>
            </a:r>
          </a:p>
          <a:p>
            <a:pPr algn="just">
              <a:lnSpc>
                <a:spcPts val="4759"/>
              </a:lnSpc>
            </a:pPr>
          </a:p>
          <a:p>
            <a:pPr algn="just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423389" cy="5387346"/>
          </a:xfrm>
          <a:custGeom>
            <a:avLst/>
            <a:gdLst/>
            <a:ahLst/>
            <a:cxnLst/>
            <a:rect r="r" b="b" t="t" l="l"/>
            <a:pathLst>
              <a:path h="5387346" w="9423389">
                <a:moveTo>
                  <a:pt x="0" y="0"/>
                </a:moveTo>
                <a:lnTo>
                  <a:pt x="9423389" y="0"/>
                </a:lnTo>
                <a:lnTo>
                  <a:pt x="9423389" y="5387346"/>
                </a:lnTo>
                <a:lnTo>
                  <a:pt x="0" y="53873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59" t="-9775" r="-33669" b="-9094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423389" y="0"/>
            <a:ext cx="8864611" cy="10287000"/>
          </a:xfrm>
          <a:custGeom>
            <a:avLst/>
            <a:gdLst/>
            <a:ahLst/>
            <a:cxnLst/>
            <a:rect r="r" b="b" t="t" l="l"/>
            <a:pathLst>
              <a:path h="10287000" w="8864611">
                <a:moveTo>
                  <a:pt x="0" y="0"/>
                </a:moveTo>
                <a:lnTo>
                  <a:pt x="8864611" y="0"/>
                </a:lnTo>
                <a:lnTo>
                  <a:pt x="886461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2847" t="0" r="-12216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6897" y="5554341"/>
            <a:ext cx="9189595" cy="4732659"/>
          </a:xfrm>
          <a:custGeom>
            <a:avLst/>
            <a:gdLst/>
            <a:ahLst/>
            <a:cxnLst/>
            <a:rect r="r" b="b" t="t" l="l"/>
            <a:pathLst>
              <a:path h="4732659" w="9189595">
                <a:moveTo>
                  <a:pt x="0" y="0"/>
                </a:moveTo>
                <a:lnTo>
                  <a:pt x="9189595" y="0"/>
                </a:lnTo>
                <a:lnTo>
                  <a:pt x="9189595" y="4732659"/>
                </a:lnTo>
                <a:lnTo>
                  <a:pt x="0" y="47326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23" t="0" r="-313876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480421" cy="10287000"/>
          </a:xfrm>
          <a:custGeom>
            <a:avLst/>
            <a:gdLst/>
            <a:ahLst/>
            <a:cxnLst/>
            <a:rect r="r" b="b" t="t" l="l"/>
            <a:pathLst>
              <a:path h="10287000" w="9480421">
                <a:moveTo>
                  <a:pt x="0" y="0"/>
                </a:moveTo>
                <a:lnTo>
                  <a:pt x="9480421" y="0"/>
                </a:lnTo>
                <a:lnTo>
                  <a:pt x="948042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117" t="0" r="-74593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480421" y="5143500"/>
            <a:ext cx="8807579" cy="5235260"/>
          </a:xfrm>
          <a:custGeom>
            <a:avLst/>
            <a:gdLst/>
            <a:ahLst/>
            <a:cxnLst/>
            <a:rect r="r" b="b" t="t" l="l"/>
            <a:pathLst>
              <a:path h="5235260" w="8807579">
                <a:moveTo>
                  <a:pt x="0" y="0"/>
                </a:moveTo>
                <a:lnTo>
                  <a:pt x="8807579" y="0"/>
                </a:lnTo>
                <a:lnTo>
                  <a:pt x="8807579" y="5235260"/>
                </a:lnTo>
                <a:lnTo>
                  <a:pt x="0" y="5235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439" t="-273" r="0" b="-273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480421" y="0"/>
            <a:ext cx="9090191" cy="5210002"/>
          </a:xfrm>
          <a:custGeom>
            <a:avLst/>
            <a:gdLst/>
            <a:ahLst/>
            <a:cxnLst/>
            <a:rect r="r" b="b" t="t" l="l"/>
            <a:pathLst>
              <a:path h="5210002" w="9090191">
                <a:moveTo>
                  <a:pt x="0" y="0"/>
                </a:moveTo>
                <a:lnTo>
                  <a:pt x="9090191" y="0"/>
                </a:lnTo>
                <a:lnTo>
                  <a:pt x="9090191" y="5210002"/>
                </a:lnTo>
                <a:lnTo>
                  <a:pt x="0" y="52100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821" t="-1761" r="-965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6433" y="3969368"/>
            <a:ext cx="8109121" cy="4874483"/>
          </a:xfrm>
          <a:custGeom>
            <a:avLst/>
            <a:gdLst/>
            <a:ahLst/>
            <a:cxnLst/>
            <a:rect r="r" b="b" t="t" l="l"/>
            <a:pathLst>
              <a:path h="4874483" w="8109121">
                <a:moveTo>
                  <a:pt x="0" y="0"/>
                </a:moveTo>
                <a:lnTo>
                  <a:pt x="8109121" y="0"/>
                </a:lnTo>
                <a:lnTo>
                  <a:pt x="8109121" y="4874483"/>
                </a:lnTo>
                <a:lnTo>
                  <a:pt x="0" y="48744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44000" y="3969368"/>
            <a:ext cx="8512419" cy="4762901"/>
          </a:xfrm>
          <a:custGeom>
            <a:avLst/>
            <a:gdLst/>
            <a:ahLst/>
            <a:cxnLst/>
            <a:rect r="r" b="b" t="t" l="l"/>
            <a:pathLst>
              <a:path h="4762901" w="8512419">
                <a:moveTo>
                  <a:pt x="0" y="0"/>
                </a:moveTo>
                <a:lnTo>
                  <a:pt x="8512419" y="0"/>
                </a:lnTo>
                <a:lnTo>
                  <a:pt x="8512419" y="4762901"/>
                </a:lnTo>
                <a:lnTo>
                  <a:pt x="0" y="476290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363301" y="118780"/>
            <a:ext cx="3561397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Projets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740161" y="2231732"/>
            <a:ext cx="332009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Devine le nombre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194801" y="2231732"/>
            <a:ext cx="257238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WR CLICKER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71169" y="586369"/>
            <a:ext cx="13545662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</a:t>
            </a: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 objectif professionnel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928064" y="2662506"/>
            <a:ext cx="1243187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 spc="319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F</a:t>
            </a:r>
            <a:r>
              <a:rPr lang="en-US" b="true" sz="3999" spc="319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USIONNER DÉVELOPPEMENT &amp; AUTOMOBILE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18898" y="4323005"/>
            <a:ext cx="8834438" cy="538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Je souhaite travailler dans :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Le développement de logiciels automobiles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Les systèmes embarqués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Les applicati</a:t>
            </a: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ons liées aux véhicules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31540" y="586369"/>
            <a:ext cx="1142492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Ma veille informatique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692049" y="2662506"/>
            <a:ext cx="1090390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 spc="319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L’IA DANS LE MONDE DE L’AUTOMOBILE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72700" y="5196740"/>
            <a:ext cx="1741530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u="sng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  <a:hlinkClick r:id="rId2" tooltip="https://lyceeturgot75003-my.sharepoint.com/:x:/r/personal/whajjout_turgot-paris_fr/_layouts/15/Doc.aspx?sourcedoc=%7B5FF14D81-7647-491B-8A9C-F024D1732D47%7D&amp;file=veille_ia_automobile_articles_maj.xlsx&amp;action=default&amp;mobileredirect=true&amp;wdOrigin=APPHOME-WEB.DIRECT%2CAPPHOME-WEB.BANNER.UPLOAD&amp;wdPreviousSession=6e64fb9e-2264-490a-ae7d-52688e9bbbc6&amp;wdPreviousSessionSrc=AppHomeWeb&amp;ct=1773086638359"/>
              </a:rPr>
              <a:t>https://lyceeturgot75003-my.sharepoint.com/:x:/g/personal/whajjout_turgot-paris_fr/IQChlBTCrqSSQIwqJAZTU0hGAZMs9_gcARyk7OxCy0rgu9k?e=aScvXf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19693" y="857250"/>
            <a:ext cx="16848613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Ce que m’a prouvé mo</a:t>
            </a: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 parcours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646754" y="3738519"/>
            <a:ext cx="8849042" cy="4780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Capacité à changer totalement de domaine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Apprentissage rapide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Motivation forte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Vision claire de mon projet professionnel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298962" y="1154155"/>
            <a:ext cx="5690076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Conclusio</a:t>
            </a:r>
            <a:r>
              <a:rPr lang="en-US" b="true" sz="9000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335859" y="4022412"/>
            <a:ext cx="9616281" cy="4780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true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Le BTS SIO m’a permis :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De découvrir le développement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De construire un projet professionnel solide</a:t>
            </a:r>
          </a:p>
          <a:p>
            <a:pPr algn="l">
              <a:lnSpc>
                <a:spcPts val="4759"/>
              </a:lnSpc>
            </a:pPr>
          </a:p>
          <a:p>
            <a:pPr algn="l" marL="734059" indent="-367030" lvl="1">
              <a:lnSpc>
                <a:spcPts val="4759"/>
              </a:lnSpc>
              <a:buFont typeface="Arial"/>
              <a:buChar char="•"/>
            </a:pP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De transf</a:t>
            </a:r>
            <a:r>
              <a:rPr lang="en-US" b="true" sz="3399">
                <a:solidFill>
                  <a:srgbClr val="F4F6FC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ormer une passion en objectif concret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DAHBbHutV-A</dc:identifier>
  <dcterms:modified xsi:type="dcterms:W3CDTF">2011-08-01T06:04:30Z</dcterms:modified>
  <cp:revision>1</cp:revision>
  <dc:title>Oral E5 – BTS SIO</dc:title>
</cp:coreProperties>
</file>