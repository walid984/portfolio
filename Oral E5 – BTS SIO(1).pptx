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K Grotesk Bold" charset="1" panose="00000800000000000000"/>
      <p:regular r:id="rId16"/>
    </p:embeddedFont>
    <p:embeddedFont>
      <p:font typeface="HK Grotesk Medium" charset="1" panose="00000600000000000000"/>
      <p:regular r:id="rId17"/>
    </p:embeddedFont>
    <p:embeddedFont>
      <p:font typeface="HK Grotesk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394075"/>
            <a:ext cx="1828800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PRÉSENTATION DE MON PARCOURS ET DE MON PROJET PROFESSIONNEL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28139" y="857250"/>
            <a:ext cx="9098915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Oral E5 – BTS SIO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46716" y="6272832"/>
            <a:ext cx="31273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Walid HAJJOUT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6227" y="366145"/>
            <a:ext cx="627554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Qui suis-je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345" y="3433564"/>
            <a:ext cx="1755965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ÉTUDIANT EN BTS SIO (SERVICES INFORMATIQUES AUX ORGANISATIONS)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ISSU D’UN BAC STMG – OPTION MERCATIQUE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99" spc="27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PASSIONNÉ PAR L’AUTOMOBILE ET LA TECHNOLOGIE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8612" y="569669"/>
            <a:ext cx="1129077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parcours scolaire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5448" y="3454731"/>
            <a:ext cx="713057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 </a:t>
            </a: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STMG – MERCATIQUE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5448" y="4792932"/>
            <a:ext cx="888888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Marketing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Étude du comp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ortement du consommateur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Analyse de marché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de projet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9895" y="35282"/>
            <a:ext cx="1702101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 vrai changement d’orie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0266" y="2669745"/>
            <a:ext cx="1089739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Arrivée en BTS SIO sans bases techniques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Découverte du développement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Apprentissage en autonomie (cours, projets, pratique)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 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Cela montre 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capacité d’adaptation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motivation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 détermination à réussir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38774" y="118780"/>
            <a:ext cx="361045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Stages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1124" y="4289606"/>
            <a:ext cx="8226901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des droits d’accès / habilitation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Supervision de l’infrastructure réseau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Rédaction de procédures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Support utilisateur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61124" y="2585325"/>
            <a:ext cx="70458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Année 2024-2025 : Plaine Commune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Equipe Exploitation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65166" y="2628505"/>
            <a:ext cx="704580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Année 2025-2026 : Plaine Commune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Equipe SSI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04170" y="4289606"/>
            <a:ext cx="8606797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Analyses de logs XML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Utilisation console Sekoia et SentinelOne pour analyser des events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Rédaction de procédures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Gestion d’incidents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423389" cy="5387346"/>
          </a:xfrm>
          <a:custGeom>
            <a:avLst/>
            <a:gdLst/>
            <a:ahLst/>
            <a:cxnLst/>
            <a:rect r="r" b="b" t="t" l="l"/>
            <a:pathLst>
              <a:path h="5387346" w="9423389">
                <a:moveTo>
                  <a:pt x="0" y="0"/>
                </a:moveTo>
                <a:lnTo>
                  <a:pt x="9423389" y="0"/>
                </a:lnTo>
                <a:lnTo>
                  <a:pt x="9423389" y="5387346"/>
                </a:lnTo>
                <a:lnTo>
                  <a:pt x="0" y="5387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59" t="-9775" r="-33669" b="-909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23389" y="0"/>
            <a:ext cx="8864611" cy="10287000"/>
          </a:xfrm>
          <a:custGeom>
            <a:avLst/>
            <a:gdLst/>
            <a:ahLst/>
            <a:cxnLst/>
            <a:rect r="r" b="b" t="t" l="l"/>
            <a:pathLst>
              <a:path h="10287000" w="8864611">
                <a:moveTo>
                  <a:pt x="0" y="0"/>
                </a:moveTo>
                <a:lnTo>
                  <a:pt x="8864611" y="0"/>
                </a:lnTo>
                <a:lnTo>
                  <a:pt x="88646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7" t="0" r="-1221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97" y="5554341"/>
            <a:ext cx="9189595" cy="4732659"/>
          </a:xfrm>
          <a:custGeom>
            <a:avLst/>
            <a:gdLst/>
            <a:ahLst/>
            <a:cxnLst/>
            <a:rect r="r" b="b" t="t" l="l"/>
            <a:pathLst>
              <a:path h="4732659" w="9189595">
                <a:moveTo>
                  <a:pt x="0" y="0"/>
                </a:moveTo>
                <a:lnTo>
                  <a:pt x="9189595" y="0"/>
                </a:lnTo>
                <a:lnTo>
                  <a:pt x="9189595" y="4732659"/>
                </a:lnTo>
                <a:lnTo>
                  <a:pt x="0" y="4732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23" t="0" r="-31387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1169" y="586369"/>
            <a:ext cx="1354566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objectif professionnel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28064" y="2662506"/>
            <a:ext cx="124318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</a:t>
            </a: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USIONNER DÉVELOPPEMENT &amp; AUTOMOBILE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8898" y="4323005"/>
            <a:ext cx="8834438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Je souhaite travailler dans :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 développement de logiciels automobiles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Les systèmes embarqués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Les applicati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ons liées aux véhicules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1540" y="586369"/>
            <a:ext cx="1142492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 veille informatique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92049" y="2662506"/>
            <a:ext cx="1090390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spc="31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L’IA DANS LE MONDE DE L’AUTOMOBILE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2700" y="5196740"/>
            <a:ext cx="170691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https://lyceeturgot75003-my.sharepoint.com/:x:/g/personal/whajjout_turgot-paris_fr/IQChlBTCrqSSQIwqJAZTU0hGAZMs9_gcARyk7OxCy0rgu9k?e=aScvXf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9693" y="857250"/>
            <a:ext cx="1684861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Ce que m’a prouvé mo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 parcours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6754" y="3738519"/>
            <a:ext cx="8849042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Capacité à changer totalement de domaine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Apprentissage rapide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Motivation forte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Vision claire de mon projet professionnel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8962" y="1154155"/>
            <a:ext cx="569007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</a:t>
            </a:r>
            <a:r>
              <a:rPr lang="en-US" b="true" sz="90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35859" y="4022412"/>
            <a:ext cx="9616281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 BTS SIO m’a permis :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découvrir le développement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construire un projet professionnel solide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De transf</a:t>
            </a:r>
            <a:r>
              <a:rPr lang="en-US" b="true" sz="3399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ormer une passion en objectif concret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DAHBbHutV-A</dc:identifier>
  <dcterms:modified xsi:type="dcterms:W3CDTF">2011-08-01T06:04:30Z</dcterms:modified>
  <cp:revision>1</cp:revision>
  <dc:title>Oral E5 – BTS SIO</dc:title>
</cp:coreProperties>
</file>